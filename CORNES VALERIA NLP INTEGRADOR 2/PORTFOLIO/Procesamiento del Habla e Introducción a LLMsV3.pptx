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3408B-78BF-9001-05B9-8C9A9AB6A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C530B9-78AE-06B0-14F8-78BCC58DC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E3E685-1BBE-4674-E43D-58219E34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749999-3F50-13B4-4A2E-FA8038F0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C85AFE-5452-571E-943E-DE454C48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69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D20B3-62C1-F879-BFA4-16EFDBA2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5A92CC-A3FF-B5D8-1E4A-904B09E7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654C6E-0119-65C5-FD78-E2920959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50F59C-4621-F95A-08D1-2579D04BE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CB9B2B-52CF-5FD5-5360-351DE822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83771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919E2-6B3A-E311-38FB-88F0597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B33887-E1B2-481D-80C3-CF0F0CD14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DB7989-8680-5BA5-104B-81A65199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985EAC-E944-0686-FA83-58C7671B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3977EB-84B7-DF07-52D4-4CE1A4F0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956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2ABE9-79E5-F438-2B54-9B78384F8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D63C56-EEB9-BE02-BCF7-E00D02E1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61E319-95BE-6CEA-BD0B-24AB6354B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F239AE-C17D-D813-C9D6-7666EA73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B9884A-4984-FC3F-0932-8A47E4D85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996ABB-9A63-53F5-15E7-DB76D907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261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12133-963A-B862-F6E1-2DF40FBF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916302-73F8-4319-2062-EFF301FC4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39EA3B-FABF-D695-5435-031F07B6F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F12342-B197-47F6-D243-BE368F309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893C284-3216-3034-5FAD-4AE0843CC0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A500D3-32CB-C8D4-1F7D-8B711223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6A9F3B-28A1-9709-0078-A8F425F4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36A002-C9D8-16C0-3722-CCC41CD56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804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18309-DF08-B200-1B5F-E4A70579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D937EC-C703-BE00-4A41-DA55ADC3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DD6758-80FE-D509-D3B9-54B0492B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468F35-8E0B-813D-EBB7-1C88BD50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100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289FEE6-257E-97E3-BA4E-57D78C7E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D9B5B8-7070-41FE-8C22-025C9F44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EADFBD-A1D2-3BC2-8A18-5DCE3FD4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365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8BC28-74FD-298C-48A3-AA9EF2F0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24266-F97D-6988-4AE8-CFDBD2199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4D5C17-D703-2422-3979-274723ECB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AB6503-15F9-1980-AFB4-7F8F6F97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18826-D749-AE07-C849-32629A6E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62ED4-AF20-34BC-1AC8-1F4C90560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4310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02FE8-339D-78A3-4E8A-3114B5BB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E90CEAE-F748-F601-5386-346528D67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E71246-95DE-ADB8-2E5A-F370A314A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66B9C5-15A8-23B6-95CD-840BC782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96097B-6283-7A80-7121-D257162A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CF9706-BA89-1C5C-70ED-D8A5F081F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6281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59F15-25B8-F008-D4AB-B1B30A7E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760198-B60F-3F0E-ECCB-8F22F2CAD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DA1ED8-1B48-00E2-83DB-25BBE2207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ED4F52-BE13-DACD-705A-7C1D204C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4A4717-41E3-951F-B601-8365E6B9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218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BADF5F3-147B-6002-C1D2-3C9ADE5C1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4A992D-F871-AEB6-9910-9037E2E09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C4B54A-6271-4796-B2A0-3E63016CB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2D573-2B0F-043A-E721-C30B47CB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95A143-6F73-FA0D-7420-59FE5C66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382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520DE7-71A5-B202-82AD-AD63579B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FB8298-9157-BDF7-363F-A213A6B19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F55991-FE0B-1BD8-99E8-FE7FEC814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4AA94-B9ED-4325-80A1-7636C7C3765F}" type="datetimeFigureOut">
              <a:rPr lang="es-AR" smtClean="0"/>
              <a:t>15/11/2025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991EDA-B25D-D962-7097-3904BC83C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AA7807-05DF-2435-1FA7-76DBCF1B9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F29A9-2D40-41AB-A092-BD27B067DE0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189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20E5E5A-41CE-A5E0-45D1-52AD18FA2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36062" y="0"/>
            <a:ext cx="12704815" cy="694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86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C1B6914-0227-E8BC-6460-B101B296D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95943" y="-28522"/>
            <a:ext cx="12540343" cy="702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3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E9CD63D-85D0-3F7C-C102-FFE604807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854"/>
            <a:ext cx="12192000" cy="68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7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833F4-EA00-ADC2-B2A7-9119947E8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70461" y="0"/>
            <a:ext cx="12535511" cy="696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256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1008FE7-3D17-AD06-D2B4-27977640A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001" y="0"/>
            <a:ext cx="1245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78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0</Words>
  <Application>Microsoft Office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Valeria Cornes</dc:creator>
  <cp:lastModifiedBy>Valeria Cornes</cp:lastModifiedBy>
  <cp:revision>5</cp:revision>
  <dcterms:created xsi:type="dcterms:W3CDTF">2025-11-14T23:55:41Z</dcterms:created>
  <dcterms:modified xsi:type="dcterms:W3CDTF">2025-11-15T15:54:34Z</dcterms:modified>
</cp:coreProperties>
</file>